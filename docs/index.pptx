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epro_r_pharma" TargetMode="External" /><Relationship Id="rId3" Type="http://schemas.openxmlformats.org/officeDocument/2006/relationships/hyperlink" Target="https://github.com/b-rodrigues/repro_r_pharma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data science with Nix and 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Bruno Rodrigues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  <a:p>
            <a:pPr lvl="0"/>
            <a:r>
              <a:rPr/>
              <a:t>René Arend, a luxembourguish chef invented the McNugget and McRib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https://b-rodrigues.github.io/repro_r_pharma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https://github.com/b-rodrigues/repro_r_pharma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of data projects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"2025-06-13"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"2025-06-09"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rixpress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T, a new DSL 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throughly tested (2000+ unit tests and 60+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data science with Nix and T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