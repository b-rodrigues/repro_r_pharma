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r_pharma" TargetMode="External" /><Relationship Id="rId3" Type="http://schemas.openxmlformats.org/officeDocument/2006/relationships/hyperlink" Target="https://github.com/b-rodrigues/repro_r_pharma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https://b-rodrigues.github.io/repro_r_pharma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https://github.com/b-rodrigues/repro_r_pharma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